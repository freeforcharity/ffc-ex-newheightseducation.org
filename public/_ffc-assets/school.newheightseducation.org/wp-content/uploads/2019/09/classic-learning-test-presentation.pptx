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6" r:id="rId4"/>
    <p:sldId id="259" r:id="rId5"/>
    <p:sldId id="261" r:id="rId6"/>
    <p:sldId id="264"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5" autoAdjust="0"/>
    <p:restoredTop sz="94660"/>
  </p:normalViewPr>
  <p:slideViewPr>
    <p:cSldViewPr snapToGrid="0">
      <p:cViewPr>
        <p:scale>
          <a:sx n="79" d="100"/>
          <a:sy n="79" d="100"/>
        </p:scale>
        <p:origin x="36"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7237-284F-4DAE-A017-54FF453279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1855A4-0A66-47E2-A7B7-98E3C59989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F548B0-0802-447A-AEA1-2EAAE6AF4B85}"/>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5" name="Footer Placeholder 4">
            <a:extLst>
              <a:ext uri="{FF2B5EF4-FFF2-40B4-BE49-F238E27FC236}">
                <a16:creationId xmlns:a16="http://schemas.microsoft.com/office/drawing/2014/main" id="{0729F6E4-A0FD-4222-A3AE-B50A83890E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CE574-810E-49F6-9E32-23D8815FC6AE}"/>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3256087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1CCA-4E32-4C86-B6ED-B5DE36D7E7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CF534D-757D-4C57-996F-8C26699518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E77054-0424-47BC-9263-F8A7BD239405}"/>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5" name="Footer Placeholder 4">
            <a:extLst>
              <a:ext uri="{FF2B5EF4-FFF2-40B4-BE49-F238E27FC236}">
                <a16:creationId xmlns:a16="http://schemas.microsoft.com/office/drawing/2014/main" id="{2E015ADC-390D-4B14-BEF0-DAB51A51FA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7B44D-EF1E-4F1A-9B6F-29CE2BBF4E82}"/>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4099421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B3371-2E7E-4426-8184-7EBAC0340D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D50893-DB88-4527-B364-17B62074D3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C42011-79C1-47BD-BEC7-512486ED046E}"/>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5" name="Footer Placeholder 4">
            <a:extLst>
              <a:ext uri="{FF2B5EF4-FFF2-40B4-BE49-F238E27FC236}">
                <a16:creationId xmlns:a16="http://schemas.microsoft.com/office/drawing/2014/main" id="{E412C822-8156-4D31-996D-36BB5DE942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A7BC83-8FF3-4903-BCE7-3AC45C90790E}"/>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2487506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F66A-89F0-4900-8179-DF9E262F58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2ACBBF-6224-4748-8950-59606B59ED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200201-926F-48A0-8237-0B057D4985D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362B4B-75A6-499E-9D06-5C01820DF36E}"/>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6" name="Footer Placeholder 5">
            <a:extLst>
              <a:ext uri="{FF2B5EF4-FFF2-40B4-BE49-F238E27FC236}">
                <a16:creationId xmlns:a16="http://schemas.microsoft.com/office/drawing/2014/main" id="{3CF467BA-00A6-4AF2-94D2-ED31177A5C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2ED87-6B95-427C-AAE3-0E124A8ED573}"/>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2733644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3629-545E-4C53-9E34-B979A264E4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32A869-7E3C-446B-8378-45FBF9EDBB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9636BB-4F74-4F32-A48B-3DDCB52D5E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C2AB8B-9020-46C6-9B70-C661B7055C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083832-01D5-4437-B3D2-BC6A287A9C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A62DCC-D10D-4E5B-B829-4AC0A8B17C85}"/>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8" name="Footer Placeholder 7">
            <a:extLst>
              <a:ext uri="{FF2B5EF4-FFF2-40B4-BE49-F238E27FC236}">
                <a16:creationId xmlns:a16="http://schemas.microsoft.com/office/drawing/2014/main" id="{7EE0EFDB-E3D4-432F-8638-798876ADB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7190D5-C6E2-4819-8CD2-3F5DB0B99379}"/>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1646407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8DB56-2E84-4F08-9F95-D3C5FC288B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291BBC-4212-4F5B-8837-54C521DADEE9}"/>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4" name="Footer Placeholder 3">
            <a:extLst>
              <a:ext uri="{FF2B5EF4-FFF2-40B4-BE49-F238E27FC236}">
                <a16:creationId xmlns:a16="http://schemas.microsoft.com/office/drawing/2014/main" id="{04D36B65-C051-4B59-B37A-68AD3C7C55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B3548F-6278-4D09-B075-9668C077FD11}"/>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578240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B9F5A4-0C29-4B56-958B-10BEEA857A13}"/>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3" name="Footer Placeholder 2">
            <a:extLst>
              <a:ext uri="{FF2B5EF4-FFF2-40B4-BE49-F238E27FC236}">
                <a16:creationId xmlns:a16="http://schemas.microsoft.com/office/drawing/2014/main" id="{7083A309-34EB-4AB5-87A1-6982ABB0CB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C2989D-7FE0-429D-B196-66DD16F34FAB}"/>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729233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38B91-2B61-4A8D-9605-B2AD460DDF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F56A14-6842-485C-ABF0-272ADFBFF1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B19F18-C0C3-4F32-92CF-F10C53773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554944-2478-46B9-9574-5B06CBD957C3}"/>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6" name="Footer Placeholder 5">
            <a:extLst>
              <a:ext uri="{FF2B5EF4-FFF2-40B4-BE49-F238E27FC236}">
                <a16:creationId xmlns:a16="http://schemas.microsoft.com/office/drawing/2014/main" id="{B378F15C-5048-4A6C-9082-D5CE8EC2C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F95531-3123-4F9A-96E6-6A8C8F7087F0}"/>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3225612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F7C52-DFDB-4211-A8F3-55E566ED48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2BE92E-CD9B-4658-ABA2-8CA5C9B087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78BF5F0-6E7A-4DBC-9056-95D2C8DC0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2EFAD3-E50B-4521-8FA2-433FECB6BD66}"/>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6" name="Footer Placeholder 5">
            <a:extLst>
              <a:ext uri="{FF2B5EF4-FFF2-40B4-BE49-F238E27FC236}">
                <a16:creationId xmlns:a16="http://schemas.microsoft.com/office/drawing/2014/main" id="{2C458543-9AFF-4065-B161-B8772DA6FF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ECA00E-D18F-4668-9E0C-7C1A8D5A13D7}"/>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1183054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592E7-F881-4011-8D61-78B93746B16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61781D-94F8-487E-9301-D0F9E4ABA0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FDEE5B-D179-479C-A252-8A19ED291D5E}"/>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5" name="Footer Placeholder 4">
            <a:extLst>
              <a:ext uri="{FF2B5EF4-FFF2-40B4-BE49-F238E27FC236}">
                <a16:creationId xmlns:a16="http://schemas.microsoft.com/office/drawing/2014/main" id="{CC0462E0-21A1-4E71-A708-AD9368A887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46E42A-6CCA-4C8F-947C-DE5028AA0F60}"/>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2852986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6CD27C-6FC9-48DD-9A1D-377994EFBFA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DAD25E-52DD-476F-8E79-0C089B3996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49E357-964E-4433-A273-01CF00B8B46F}"/>
              </a:ext>
            </a:extLst>
          </p:cNvPr>
          <p:cNvSpPr>
            <a:spLocks noGrp="1"/>
          </p:cNvSpPr>
          <p:nvPr>
            <p:ph type="dt" sz="half" idx="10"/>
          </p:nvPr>
        </p:nvSpPr>
        <p:spPr/>
        <p:txBody>
          <a:bodyPr/>
          <a:lstStyle/>
          <a:p>
            <a:fld id="{A732C1FC-F10C-4637-9387-8F30A5EAA2E9}" type="datetimeFigureOut">
              <a:rPr lang="en-US" smtClean="0"/>
              <a:t>9/23/2019</a:t>
            </a:fld>
            <a:endParaRPr lang="en-US"/>
          </a:p>
        </p:txBody>
      </p:sp>
      <p:sp>
        <p:nvSpPr>
          <p:cNvPr id="5" name="Footer Placeholder 4">
            <a:extLst>
              <a:ext uri="{FF2B5EF4-FFF2-40B4-BE49-F238E27FC236}">
                <a16:creationId xmlns:a16="http://schemas.microsoft.com/office/drawing/2014/main" id="{1F933036-CBF0-4615-A224-79ED3BEAF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404735-3C97-44F5-BAA0-57DE1AA00D7B}"/>
              </a:ext>
            </a:extLst>
          </p:cNvPr>
          <p:cNvSpPr>
            <a:spLocks noGrp="1"/>
          </p:cNvSpPr>
          <p:nvPr>
            <p:ph type="sldNum" sz="quarter" idx="12"/>
          </p:nvPr>
        </p:nvSpPr>
        <p:spPr/>
        <p:txBody>
          <a:bodyPr/>
          <a:lstStyle/>
          <a:p>
            <a:fld id="{87FF8E69-3AB2-4FF1-ACA4-B801B53632AD}" type="slidenum">
              <a:rPr lang="en-US" smtClean="0"/>
              <a:t>‹#›</a:t>
            </a:fld>
            <a:endParaRPr lang="en-US"/>
          </a:p>
        </p:txBody>
      </p:sp>
    </p:spTree>
    <p:extLst>
      <p:ext uri="{BB962C8B-B14F-4D97-AF65-F5344CB8AC3E}">
        <p14:creationId xmlns:p14="http://schemas.microsoft.com/office/powerpoint/2010/main" val="502384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5703D4-302C-42B8-9F2F-0DC7A401D2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4F6613-CE11-4C4D-90C1-B669642443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535A28-F348-4CF2-A14D-3789611982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32C1FC-F10C-4637-9387-8F30A5EAA2E9}" type="datetimeFigureOut">
              <a:rPr lang="en-US" smtClean="0"/>
              <a:t>9/23/2019</a:t>
            </a:fld>
            <a:endParaRPr lang="en-US"/>
          </a:p>
        </p:txBody>
      </p:sp>
      <p:sp>
        <p:nvSpPr>
          <p:cNvPr id="5" name="Footer Placeholder 4">
            <a:extLst>
              <a:ext uri="{FF2B5EF4-FFF2-40B4-BE49-F238E27FC236}">
                <a16:creationId xmlns:a16="http://schemas.microsoft.com/office/drawing/2014/main" id="{CBCE5EF1-672F-410E-8888-ABD7E2CAC8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92BD9C0-0923-453F-99A1-CDF1DE5870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FF8E69-3AB2-4FF1-ACA4-B801B53632AD}" type="slidenum">
              <a:rPr lang="en-US" smtClean="0"/>
              <a:t>‹#›</a:t>
            </a:fld>
            <a:endParaRPr lang="en-US"/>
          </a:p>
        </p:txBody>
      </p:sp>
    </p:spTree>
    <p:extLst>
      <p:ext uri="{BB962C8B-B14F-4D97-AF65-F5344CB8AC3E}">
        <p14:creationId xmlns:p14="http://schemas.microsoft.com/office/powerpoint/2010/main" val="4168954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social media post&#10;&#10;Description automatically generated">
            <a:extLst>
              <a:ext uri="{FF2B5EF4-FFF2-40B4-BE49-F238E27FC236}">
                <a16:creationId xmlns:a16="http://schemas.microsoft.com/office/drawing/2014/main" id="{5F9B6488-A2CE-4511-B13D-BEC0EF3C26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4275" y="-704869"/>
            <a:ext cx="6595284" cy="8535076"/>
          </a:xfrm>
        </p:spPr>
      </p:pic>
      <p:pic>
        <p:nvPicPr>
          <p:cNvPr id="9" name="Picture 8">
            <a:extLst>
              <a:ext uri="{FF2B5EF4-FFF2-40B4-BE49-F238E27FC236}">
                <a16:creationId xmlns:a16="http://schemas.microsoft.com/office/drawing/2014/main" id="{32EB0049-42D6-4A8D-B301-C19BF0D61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94" y="117686"/>
            <a:ext cx="5660148" cy="2118364"/>
          </a:xfrm>
          <a:prstGeom prst="rect">
            <a:avLst/>
          </a:prstGeom>
        </p:spPr>
      </p:pic>
      <p:sp>
        <p:nvSpPr>
          <p:cNvPr id="10" name="Arrow: Right 9">
            <a:extLst>
              <a:ext uri="{FF2B5EF4-FFF2-40B4-BE49-F238E27FC236}">
                <a16:creationId xmlns:a16="http://schemas.microsoft.com/office/drawing/2014/main" id="{F57AD6F9-F111-4680-B215-775470B1A892}"/>
              </a:ext>
            </a:extLst>
          </p:cNvPr>
          <p:cNvSpPr/>
          <p:nvPr/>
        </p:nvSpPr>
        <p:spPr>
          <a:xfrm>
            <a:off x="5771942" y="5935133"/>
            <a:ext cx="857458" cy="5503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136B17F2-01C8-47BA-8D1C-25151749F2B3}"/>
              </a:ext>
            </a:extLst>
          </p:cNvPr>
          <p:cNvSpPr/>
          <p:nvPr/>
        </p:nvSpPr>
        <p:spPr>
          <a:xfrm>
            <a:off x="6658994" y="2952366"/>
            <a:ext cx="5110480" cy="2370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28E69C-8B6C-4780-A647-98B6116F8EA7}"/>
              </a:ext>
            </a:extLst>
          </p:cNvPr>
          <p:cNvSpPr/>
          <p:nvPr/>
        </p:nvSpPr>
        <p:spPr>
          <a:xfrm>
            <a:off x="6667146" y="3435695"/>
            <a:ext cx="5110480" cy="2370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4591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ell phone&#10;&#10;Description automatically generated">
            <a:extLst>
              <a:ext uri="{FF2B5EF4-FFF2-40B4-BE49-F238E27FC236}">
                <a16:creationId xmlns:a16="http://schemas.microsoft.com/office/drawing/2014/main" id="{66EF0344-22DF-4147-A619-8EDC6BFF9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3067" y="-1"/>
            <a:ext cx="7208848" cy="9329097"/>
          </a:xfrm>
          <a:prstGeom prst="rect">
            <a:avLst/>
          </a:prstGeom>
        </p:spPr>
      </p:pic>
      <p:pic>
        <p:nvPicPr>
          <p:cNvPr id="9" name="Picture 8">
            <a:extLst>
              <a:ext uri="{FF2B5EF4-FFF2-40B4-BE49-F238E27FC236}">
                <a16:creationId xmlns:a16="http://schemas.microsoft.com/office/drawing/2014/main" id="{32EB0049-42D6-4A8D-B301-C19BF0D61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94" y="117686"/>
            <a:ext cx="5660148" cy="2118364"/>
          </a:xfrm>
          <a:prstGeom prst="rect">
            <a:avLst/>
          </a:prstGeom>
        </p:spPr>
      </p:pic>
      <p:pic>
        <p:nvPicPr>
          <p:cNvPr id="12" name="Picture 11" descr="A screenshot of a cell phone&#10;&#10;Description automatically generated">
            <a:extLst>
              <a:ext uri="{FF2B5EF4-FFF2-40B4-BE49-F238E27FC236}">
                <a16:creationId xmlns:a16="http://schemas.microsoft.com/office/drawing/2014/main" id="{3FF8C56E-C963-4A93-BF5D-8FEAAB70D0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867" y="2434610"/>
            <a:ext cx="4267200" cy="3557016"/>
          </a:xfrm>
          <a:prstGeom prst="rect">
            <a:avLst/>
          </a:prstGeom>
        </p:spPr>
      </p:pic>
      <p:sp>
        <p:nvSpPr>
          <p:cNvPr id="2" name="TextBox 1">
            <a:extLst>
              <a:ext uri="{FF2B5EF4-FFF2-40B4-BE49-F238E27FC236}">
                <a16:creationId xmlns:a16="http://schemas.microsoft.com/office/drawing/2014/main" id="{A948BA02-0D71-4B9A-B3CF-A9C6A70216FC}"/>
              </a:ext>
            </a:extLst>
          </p:cNvPr>
          <p:cNvSpPr txBox="1"/>
          <p:nvPr/>
        </p:nvSpPr>
        <p:spPr>
          <a:xfrm>
            <a:off x="5804449" y="5645428"/>
            <a:ext cx="1701581" cy="261610"/>
          </a:xfrm>
          <a:prstGeom prst="rect">
            <a:avLst/>
          </a:prstGeom>
          <a:solidFill>
            <a:schemeClr val="bg1"/>
          </a:solidFill>
        </p:spPr>
        <p:txBody>
          <a:bodyPr wrap="square" rtlCol="0">
            <a:spAutoFit/>
          </a:bodyPr>
          <a:lstStyle/>
          <a:p>
            <a:r>
              <a:rPr lang="en-US" sz="1100" dirty="0"/>
              <a:t>Executive Director</a:t>
            </a:r>
          </a:p>
        </p:txBody>
      </p:sp>
    </p:spTree>
    <p:extLst>
      <p:ext uri="{BB962C8B-B14F-4D97-AF65-F5344CB8AC3E}">
        <p14:creationId xmlns:p14="http://schemas.microsoft.com/office/powerpoint/2010/main" val="720629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person that is on fire&#10;&#10;Description automatically generated">
            <a:extLst>
              <a:ext uri="{FF2B5EF4-FFF2-40B4-BE49-F238E27FC236}">
                <a16:creationId xmlns:a16="http://schemas.microsoft.com/office/drawing/2014/main" id="{8F8EBCEF-7889-400C-B563-618C9611049B}"/>
              </a:ext>
            </a:extLst>
          </p:cNvPr>
          <p:cNvPicPr>
            <a:picLocks noChangeAspect="1"/>
          </p:cNvPicPr>
          <p:nvPr/>
        </p:nvPicPr>
        <p:blipFill rotWithShape="1">
          <a:blip r:embed="rId2">
            <a:extLst>
              <a:ext uri="{28A0092B-C50C-407E-A947-70E740481C1C}">
                <a14:useLocalDpi xmlns:a14="http://schemas.microsoft.com/office/drawing/2010/main" val="0"/>
              </a:ext>
            </a:extLst>
          </a:blip>
          <a:srcRect t="36402" r="-1" b="10240"/>
          <a:stretch/>
        </p:blipFill>
        <p:spPr>
          <a:xfrm>
            <a:off x="518510" y="-3810"/>
            <a:ext cx="9928860" cy="6858001"/>
          </a:xfrm>
          <a:prstGeom prst="rect">
            <a:avLst/>
          </a:prstGeom>
        </p:spPr>
      </p:pic>
      <p:pic>
        <p:nvPicPr>
          <p:cNvPr id="14" name="Picture 13">
            <a:extLst>
              <a:ext uri="{FF2B5EF4-FFF2-40B4-BE49-F238E27FC236}">
                <a16:creationId xmlns:a16="http://schemas.microsoft.com/office/drawing/2014/main" id="{CB607B98-7700-4DC9-8BE8-A876255F9C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8D98C24D-884D-495E-BBE0-88245A505E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94" y="117686"/>
            <a:ext cx="2580606" cy="965816"/>
          </a:xfrm>
          <a:prstGeom prst="rect">
            <a:avLst/>
          </a:prstGeom>
        </p:spPr>
      </p:pic>
    </p:spTree>
    <p:extLst>
      <p:ext uri="{BB962C8B-B14F-4D97-AF65-F5344CB8AC3E}">
        <p14:creationId xmlns:p14="http://schemas.microsoft.com/office/powerpoint/2010/main" val="626936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B607B98-7700-4DC9-8BE8-A876255F9C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descr="A screen shot of a computer&#10;&#10;Description automatically generated">
            <a:extLst>
              <a:ext uri="{FF2B5EF4-FFF2-40B4-BE49-F238E27FC236}">
                <a16:creationId xmlns:a16="http://schemas.microsoft.com/office/drawing/2014/main" id="{CA09235C-F945-4537-8C62-C0BCB7D1E5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036" y="0"/>
            <a:ext cx="5299363" cy="6858000"/>
          </a:xfrm>
          <a:prstGeom prst="rect">
            <a:avLst/>
          </a:prstGeom>
        </p:spPr>
      </p:pic>
      <p:pic>
        <p:nvPicPr>
          <p:cNvPr id="6" name="Picture 5">
            <a:extLst>
              <a:ext uri="{FF2B5EF4-FFF2-40B4-BE49-F238E27FC236}">
                <a16:creationId xmlns:a16="http://schemas.microsoft.com/office/drawing/2014/main" id="{07635CF4-EBAE-4A88-9145-1E2386AA094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794" y="117686"/>
            <a:ext cx="5660148" cy="2118364"/>
          </a:xfrm>
          <a:prstGeom prst="rect">
            <a:avLst/>
          </a:prstGeom>
        </p:spPr>
      </p:pic>
    </p:spTree>
    <p:extLst>
      <p:ext uri="{BB962C8B-B14F-4D97-AF65-F5344CB8AC3E}">
        <p14:creationId xmlns:p14="http://schemas.microsoft.com/office/powerpoint/2010/main" val="1146497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B607B98-7700-4DC9-8BE8-A876255F9C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7635CF4-EBAE-4A88-9145-1E2386AA09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94" y="117686"/>
            <a:ext cx="6540154" cy="2447714"/>
          </a:xfrm>
          <a:prstGeom prst="rect">
            <a:avLst/>
          </a:prstGeom>
        </p:spPr>
      </p:pic>
      <p:pic>
        <p:nvPicPr>
          <p:cNvPr id="3" name="Picture 2" descr="A screenshot of a cell phone&#10;&#10;Description automatically generated">
            <a:extLst>
              <a:ext uri="{FF2B5EF4-FFF2-40B4-BE49-F238E27FC236}">
                <a16:creationId xmlns:a16="http://schemas.microsoft.com/office/drawing/2014/main" id="{1B684918-599A-4B62-8951-E6FF168148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9410" y="0"/>
            <a:ext cx="5299363" cy="6858000"/>
          </a:xfrm>
          <a:prstGeom prst="rect">
            <a:avLst/>
          </a:prstGeom>
        </p:spPr>
      </p:pic>
      <p:sp>
        <p:nvSpPr>
          <p:cNvPr id="2" name="Rectangle 1">
            <a:extLst>
              <a:ext uri="{FF2B5EF4-FFF2-40B4-BE49-F238E27FC236}">
                <a16:creationId xmlns:a16="http://schemas.microsoft.com/office/drawing/2014/main" id="{6F01A6E6-1016-4414-951A-1E791D438335}"/>
              </a:ext>
            </a:extLst>
          </p:cNvPr>
          <p:cNvSpPr/>
          <p:nvPr/>
        </p:nvSpPr>
        <p:spPr>
          <a:xfrm>
            <a:off x="8437900" y="3622295"/>
            <a:ext cx="1097986" cy="10626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969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B607B98-7700-4DC9-8BE8-A876255F9C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7635CF4-EBAE-4A88-9145-1E2386AA09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94" y="117686"/>
            <a:ext cx="6540154" cy="2447714"/>
          </a:xfrm>
          <a:prstGeom prst="rect">
            <a:avLst/>
          </a:prstGeom>
        </p:spPr>
      </p:pic>
      <p:pic>
        <p:nvPicPr>
          <p:cNvPr id="4" name="Picture 3" descr="A screenshot of a cell phone&#10;&#10;Description automatically generated">
            <a:extLst>
              <a:ext uri="{FF2B5EF4-FFF2-40B4-BE49-F238E27FC236}">
                <a16:creationId xmlns:a16="http://schemas.microsoft.com/office/drawing/2014/main" id="{01141093-87BE-4DFA-AEFF-96BB0F8C65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7373" y="0"/>
            <a:ext cx="5299363" cy="6858000"/>
          </a:xfrm>
          <a:prstGeom prst="rect">
            <a:avLst/>
          </a:prstGeom>
        </p:spPr>
      </p:pic>
    </p:spTree>
    <p:extLst>
      <p:ext uri="{BB962C8B-B14F-4D97-AF65-F5344CB8AC3E}">
        <p14:creationId xmlns:p14="http://schemas.microsoft.com/office/powerpoint/2010/main" val="1349650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B607B98-7700-4DC9-8BE8-A876255F9C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7635CF4-EBAE-4A88-9145-1E2386AA09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94" y="117686"/>
            <a:ext cx="6540154" cy="2447714"/>
          </a:xfrm>
          <a:prstGeom prst="rect">
            <a:avLst/>
          </a:prstGeom>
        </p:spPr>
      </p:pic>
      <p:pic>
        <p:nvPicPr>
          <p:cNvPr id="4" name="Picture 3">
            <a:extLst>
              <a:ext uri="{FF2B5EF4-FFF2-40B4-BE49-F238E27FC236}">
                <a16:creationId xmlns:a16="http://schemas.microsoft.com/office/drawing/2014/main" id="{5E7F75E5-A5FA-441A-BE05-8809070607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5327" y="0"/>
            <a:ext cx="5299363" cy="6858000"/>
          </a:xfrm>
          <a:prstGeom prst="rect">
            <a:avLst/>
          </a:prstGeom>
        </p:spPr>
      </p:pic>
    </p:spTree>
    <p:extLst>
      <p:ext uri="{BB962C8B-B14F-4D97-AF65-F5344CB8AC3E}">
        <p14:creationId xmlns:p14="http://schemas.microsoft.com/office/powerpoint/2010/main" val="46234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B607B98-7700-4DC9-8BE8-A876255F9C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7635CF4-EBAE-4A88-9145-1E2386AA09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94" y="117686"/>
            <a:ext cx="6540154" cy="2447714"/>
          </a:xfrm>
          <a:prstGeom prst="rect">
            <a:avLst/>
          </a:prstGeom>
        </p:spPr>
      </p:pic>
      <p:pic>
        <p:nvPicPr>
          <p:cNvPr id="3" name="Picture 2" descr="A close up of a newspaper&#10;&#10;Description automatically generated">
            <a:extLst>
              <a:ext uri="{FF2B5EF4-FFF2-40B4-BE49-F238E27FC236}">
                <a16:creationId xmlns:a16="http://schemas.microsoft.com/office/drawing/2014/main" id="{4412F8B1-E2C2-4D07-AD61-8B02957132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94303" y="0"/>
            <a:ext cx="5299363" cy="6858000"/>
          </a:xfrm>
          <a:prstGeom prst="rect">
            <a:avLst/>
          </a:prstGeom>
        </p:spPr>
      </p:pic>
    </p:spTree>
    <p:extLst>
      <p:ext uri="{BB962C8B-B14F-4D97-AF65-F5344CB8AC3E}">
        <p14:creationId xmlns:p14="http://schemas.microsoft.com/office/powerpoint/2010/main" val="162879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CB607B98-7700-4DC9-8BE8-A876255F9C5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07635CF4-EBAE-4A88-9145-1E2386AA09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794" y="117686"/>
            <a:ext cx="6540154" cy="2447714"/>
          </a:xfrm>
          <a:prstGeom prst="rect">
            <a:avLst/>
          </a:prstGeom>
        </p:spPr>
      </p:pic>
      <p:sp>
        <p:nvSpPr>
          <p:cNvPr id="2" name="TextBox 1">
            <a:extLst>
              <a:ext uri="{FF2B5EF4-FFF2-40B4-BE49-F238E27FC236}">
                <a16:creationId xmlns:a16="http://schemas.microsoft.com/office/drawing/2014/main" id="{9DB209C7-1622-4583-9C23-853B6BC89AC2}"/>
              </a:ext>
            </a:extLst>
          </p:cNvPr>
          <p:cNvSpPr txBox="1"/>
          <p:nvPr/>
        </p:nvSpPr>
        <p:spPr>
          <a:xfrm>
            <a:off x="660400" y="2988733"/>
            <a:ext cx="10862733" cy="2339102"/>
          </a:xfrm>
          <a:prstGeom prst="rect">
            <a:avLst/>
          </a:prstGeom>
          <a:noFill/>
        </p:spPr>
        <p:txBody>
          <a:bodyPr wrap="square" rtlCol="0">
            <a:spAutoFit/>
          </a:bodyPr>
          <a:lstStyle/>
          <a:p>
            <a:r>
              <a:rPr lang="en-US" sz="2000" b="1" dirty="0"/>
              <a:t>Top Podcast Covers the CLT</a:t>
            </a:r>
          </a:p>
          <a:p>
            <a:r>
              <a:rPr lang="en-US" b="1" dirty="0"/>
              <a:t>Base Camp Live </a:t>
            </a:r>
            <a:r>
              <a:rPr lang="en-US" dirty="0"/>
              <a:t>has quickly become one of the top education podcasts. In this podcast, Jeremy Tate, CEO of the CLT, discusses the latest developments in college admissions and all things related to the SAT, ACT, and CLT. </a:t>
            </a:r>
          </a:p>
          <a:p>
            <a:endParaRPr lang="en-US" dirty="0"/>
          </a:p>
          <a:p>
            <a:r>
              <a:rPr lang="en-US" dirty="0"/>
              <a:t>https://basecamplive.com/latest-trends-of-college-entrance-tests-sat-act-and-clt-jeremy-tate/?utm_source=CLT+Exam&amp;utm_campaign=a01e1ffb65-EMAIL_CAMPAIGN_2019_09_10_08_09_COPY_02&amp;utm_medium=email&amp;utm_term=0_4473d763ed-a01e1ffb65-174706629</a:t>
            </a:r>
          </a:p>
        </p:txBody>
      </p:sp>
    </p:spTree>
    <p:extLst>
      <p:ext uri="{BB962C8B-B14F-4D97-AF65-F5344CB8AC3E}">
        <p14:creationId xmlns:p14="http://schemas.microsoft.com/office/powerpoint/2010/main" val="2744173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93</Words>
  <Application>Microsoft Office PowerPoint</Application>
  <PresentationFormat>Widescreen</PresentationFormat>
  <Paragraphs>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Jeff Ermoian</dc:creator>
  <cp:lastModifiedBy>Jeff Ermoian</cp:lastModifiedBy>
  <cp:revision>5</cp:revision>
  <dcterms:created xsi:type="dcterms:W3CDTF">2019-09-17T03:13:36Z</dcterms:created>
  <dcterms:modified xsi:type="dcterms:W3CDTF">2019-09-24T00:04:05Z</dcterms:modified>
</cp:coreProperties>
</file>